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8b4534614d4b80" /><Relationship Type="http://schemas.openxmlformats.org/officeDocument/2006/relationships/extended-properties" Target="/docProps/app.xml" Id="R0b6ffcae45954641" /><Relationship Type="http://schemas.openxmlformats.org/officeDocument/2006/relationships/officeDocument" Target="/ppt/presentation.xml" Id="R145601a2a313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44c5052684006"/>
  </p:sldMasterIdLst>
  <p:notesMasterIdLst>
    <p:notesMasterId xmlns:r="http://schemas.openxmlformats.org/officeDocument/2006/relationships" r:id="R42700541aab74800"/>
  </p:notesMasterIdLst>
  <p:sldIdLst>
    <p:sldId xmlns:r="http://schemas.openxmlformats.org/officeDocument/2006/relationships" id="256" r:id="R2d6dc9ec0a914f2f"/>
    <p:sldId xmlns:r="http://schemas.openxmlformats.org/officeDocument/2006/relationships" id="257" r:id="R9cb7317b613a4c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afac78ac0744e4" /><Relationship Type="http://schemas.openxmlformats.org/officeDocument/2006/relationships/slideMaster" Target="/ppt/slideMasters/slideMaster1.xml" Id="R11144c5052684006" /><Relationship Type="http://schemas.openxmlformats.org/officeDocument/2006/relationships/notesMaster" Target="/ppt/notesMasters/notesMaster1.xml" Id="R42700541aab74800" /><Relationship Type="http://schemas.openxmlformats.org/officeDocument/2006/relationships/presProps" Target="/ppt/presProps.xml" Id="R7f5b66c350ed4ffe" /><Relationship Type="http://schemas.openxmlformats.org/officeDocument/2006/relationships/tableStyles" Target="/ppt/tableStyles.xml" Id="Rdc3aebe110db479f" /><Relationship Type="http://schemas.openxmlformats.org/officeDocument/2006/relationships/slide" Target="/ppt/slides/slide1.xml" Id="R2d6dc9ec0a914f2f" /><Relationship Type="http://schemas.openxmlformats.org/officeDocument/2006/relationships/slide" Target="/ppt/slides/slide2.xml" Id="R9cb7317b613a4c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b25264f78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074ba8e1345ad" /><Relationship Type="http://schemas.openxmlformats.org/officeDocument/2006/relationships/notesMaster" Target="/ppt/notesMasters/notesMaster1.xml" Id="Rd1029be87c0e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552eac612e4ba6" /><Relationship Type="http://schemas.openxmlformats.org/officeDocument/2006/relationships/notesMaster" Target="/ppt/notesMasters/notesMaster1.xml" Id="R0448e095d38649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25 seconds. Sideline is a personal NFL watchlist. React sends JSON requests to my Express server. Supabase Auth checks the user, and the server reads and writes player records in Postgres. Row-level security keeps each watchlist private. The existing classroom routes are preserved. Architecture based on the actual project implementation on September 30,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Target: 55 seconds. Switch to the browser already signed in at http://localhost:3001/app/. Add a demo player with a short note, refresh to show persistence, edit the note and change status to Favorite, then remove that demo entry. Finish by saying: The records are saved in Supabase, and every operation checks the signed-in owner. Use a disposable demo record. The deck intentionally uses a live demo, not an embedded recording. Start the server with PORT=3001 npm run dev for this URL; default npm run dev uses port 3000. Total presentation target 80 seconds, below the 90-second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54b767d3040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7f086135f74938" /><Relationship Type="http://schemas.openxmlformats.org/officeDocument/2006/relationships/slideLayout" Target="/ppt/slideLayouts/slideLayout1.xml" Id="R093cd24cc02441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3cd24cc02441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7cdc6ac504e51" /><Relationship Type="http://schemas.openxmlformats.org/officeDocument/2006/relationships/notesSlide" Target="/ppt/notesSlides/notesSlide1.xml" Id="Rb1902c2451f646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198bde65945bc" /><Relationship Type="http://schemas.openxmlformats.org/officeDocument/2006/relationships/notesSlide" Target="/ppt/notesSlides/notesSlide2.xml" Id="R45fe795c06204e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8C26F-749C-4EC9-A56B-3AA0209B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D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53D2C"/>
                </a:solidFill>
                <a:latin typeface="Helvetica Neue"/>
                <a:ea typeface="Helvetica Neue"/>
                <a:cs typeface="Helvetica Neue"/>
              </a:rPr>
              <a:t>Sideline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D90EE-07F1-49EF-BDF1-00959411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074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07452"/>
                </a:solidFill>
                <a:latin typeface="Helvetica Neue"/>
                <a:ea typeface="Helvetica Neue"/>
                <a:cs typeface="Helvetica Neue"/>
              </a:rPr>
              <a:t>A personal NFL player watchlist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E62AF-C204-43FD-A433-295F7A61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9"/>
          </a:solidFill>
          <a:ln xmlns:a="http://schemas.openxmlformats.org/drawingml/2006/main" w="9525">
            <a:solidFill>
              <a:srgbClr val="A6B39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17F32-C0A7-416B-99A7-BBD089C8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39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9392D"/>
                </a:solidFill>
                <a:latin typeface="Helvetica Neue"/>
                <a:ea typeface="Helvetica Neue"/>
                <a:cs typeface="Helvetica Neue"/>
              </a:rPr>
              <a:t>React website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DC561-6C06-45C2-82CF-7B2DD8D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3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34C"/>
                </a:solidFill>
                <a:latin typeface="Helvetica Neue"/>
                <a:ea typeface="Helvetica Neue"/>
                <a:cs typeface="Helvetica Neue"/>
              </a:rPr>
              <a:t>Forms, filters, scouting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B4291-5FD7-4286-97D4-5F6A155D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14625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9"/>
          </a:solidFill>
          <a:ln xmlns:a="http://schemas.openxmlformats.org/drawingml/2006/main" w="9525">
            <a:solidFill>
              <a:srgbClr val="A6B39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40370-23C5-40AD-ABF3-48A7FDFF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39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9392D"/>
                </a:solidFill>
                <a:latin typeface="Helvetica Neue"/>
                <a:ea typeface="Helvetica Neue"/>
                <a:cs typeface="Helvetica Neue"/>
              </a:rPr>
              <a:t>Node.js + Express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9B589-C0E5-4AF4-BE1C-6FD89548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623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3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34C"/>
                </a:solidFill>
                <a:latin typeface="Helvetica Neue"/>
                <a:ea typeface="Helvetica Neue"/>
                <a:cs typeface="Helvetica Neue"/>
              </a:rPr>
              <a:t>Authentication and JSON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856B4-EC1F-41B9-8B0A-59AEF687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14625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D9"/>
          </a:solidFill>
          <a:ln xmlns:a="http://schemas.openxmlformats.org/drawingml/2006/main" w="9525">
            <a:solidFill>
              <a:srgbClr val="A6B39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F5DB8-30DE-4F20-91D2-34FE5673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939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9392D"/>
                </a:solidFill>
                <a:latin typeface="Helvetica Neue"/>
                <a:ea typeface="Helvetica Neue"/>
                <a:cs typeface="Helvetica Neue"/>
              </a:rPr>
              <a:t>Supabase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749C6-08BB-4A0F-AB50-2FD49087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3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3634C"/>
                </a:solidFill>
                <a:latin typeface="Helvetica Neue"/>
                <a:ea typeface="Helvetica Neue"/>
                <a:cs typeface="Helvetica Neue"/>
              </a:rPr>
              <a:t>Postgres with owner policies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571875" y="33099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B8752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72375" y="33099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B8752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469C7-FC4C-4CFA-BB46-74BE68BF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4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452"/>
                </a:solidFill>
                <a:latin typeface="Helvetica Neue"/>
                <a:ea typeface="Helvetica Neue"/>
                <a:cs typeface="Helvetica Neue"/>
              </a:rPr>
              <a:t>fetch()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B3F7B-E80E-4FF6-9084-1672FBB4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812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4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452"/>
                </a:solidFill>
                <a:latin typeface="Helvetica Neue"/>
                <a:ea typeface="Helvetica Neue"/>
                <a:cs typeface="Helvetica Neue"/>
              </a:rPr>
              <a:t>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474DE-22FE-4A83-814D-8ECAA5A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9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392D"/>
                </a:solidFill>
                <a:latin typeface="Helvetica Neue"/>
                <a:ea typeface="Helvetica Neue"/>
                <a:cs typeface="Helvetica Neue"/>
              </a:rPr>
              <a:t>Supabase Auth verifies sign-in. An HttpOnly cookie carries the session.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6E0AD3-8181-4003-BD7A-056B7C66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01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939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392D"/>
                </a:solidFill>
                <a:latin typeface="Helvetica Neue"/>
                <a:ea typeface="Helvetica Neue"/>
                <a:cs typeface="Helvetica Neue"/>
              </a:rPr>
              <a:t>Row-level security limits each user to their own players.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7C67C7-C5C0-460D-824D-C321793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579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A8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A866D"/>
                </a:solidFill>
                <a:latin typeface="Helvetica Neue"/>
                <a:ea typeface="Helvetica Neue"/>
                <a:cs typeface="Helvetica Neue"/>
              </a:rPr>
              <a:t>Dhruv Jadhav   /   CodeBox Bootcamp</a:t>
            </a:r>
          </a:p>
        </p:txBody>
      </p:sp>
    </p:spTree>
    <p:extLst>
      <p:ext uri="{BB962C8B-B14F-4D97-AF65-F5344CB8AC3E}">
        <p14:creationId xmlns:p14="http://schemas.microsoft.com/office/powerpoint/2010/main" val="925171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C5581-8071-4916-9789-613390F2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rPr>
              <a:t>Sideline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1C6F2-F9DF-4C41-8A50-25EBB461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D4EF72"/>
                </a:solidFill>
                <a:latin typeface="Helvetica Neue"/>
                <a:ea typeface="Helvetica Neue"/>
                <a:cs typeface="Helvetica Neue"/>
              </a:rPr>
              <a:t>Your players. Your perspective.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55BF6-92DE-4633-A866-FE86DD0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A3097-EB79-431B-A56D-916164F1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7172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F8535-0918-4555-89C0-80AB4A2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7172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rPr>
              <a:t>Add a player and a scouting note.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938FC-520B-47F0-91FF-EDAD6E8D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6705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80CF1-3BF8-4F68-800C-05C12787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1467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94E6A-2535-4AA5-B0A7-5FDBCA9E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1467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rPr>
              <a:t>Refresh to show the saved record.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48EC03-7A96-4487-93CC-B37F69C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946E3-2693-4E1A-B459-0EF6CAB9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5762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rPr>
              <a:t>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500FF-4319-4250-8CC5-DFD8D2C0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rPr>
              <a:t>Change the note and mark a favorite.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69BE8-4597-4A14-92D8-975718DF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4EF7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DDB55-1ABB-4E52-91D7-02F4CB4C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00575"/>
            <a:ext cx="1571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6EF"/>
                </a:solidFill>
                <a:latin typeface="Helvetica Neue"/>
                <a:ea typeface="Helvetica Neue"/>
                <a:cs typeface="Helvetica Neue"/>
              </a:rPr>
              <a:t>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9D70B-7CC7-46FB-A9F2-0CBA0E93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00575"/>
            <a:ext cx="814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5EDDE"/>
                </a:solidFill>
                <a:latin typeface="Helvetica Neue"/>
                <a:ea typeface="Helvetica Neue"/>
                <a:cs typeface="Helvetica Neue"/>
              </a:rPr>
              <a:t>Remove the demo entry.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46079-E8EA-47FB-B22C-542B57E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4EF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4EF72"/>
                </a:solidFill>
                <a:latin typeface="Helvetica Neue"/>
                <a:ea typeface="Helvetica Neue"/>
                <a:cs typeface="Helvetica Neue"/>
              </a:rPr>
              <a:t>Open the running app: http://localhost:3001/app/</a:t>
            </a:r>
          </a:p>
        </p:txBody>
      </p:sp>
    </p:spTree>
    <p:extLst>
      <p:ext uri="{BB962C8B-B14F-4D97-AF65-F5344CB8AC3E}">
        <p14:creationId xmlns:p14="http://schemas.microsoft.com/office/powerpoint/2010/main" val="1486742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2026-09-30T18:53:10.8760000Z</dcterms:created>
  <dcterms:modified xsi:type="dcterms:W3CDTF">2026-09-30T18:53:10.8760000Z</dcterms:modified>
</coreProperties>
</file>